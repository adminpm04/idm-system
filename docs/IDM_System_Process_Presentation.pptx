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91440"/>
          </a:xfrm>
          <a:prstGeom prst="rect">
            <a:avLst/>
          </a:prstGeom>
          <a:solidFill>
            <a:srgbClr val="F9B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IDM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BF3F"/>
                </a:solidFill>
              </a:defRPr>
            </a:pPr>
            <a:r>
              <a:t>Система управления идентификацией и доступом</a:t>
            </a:r>
            <a:br/>
            <a:br/>
            <a:r>
              <a:t>ОАО «Ориёнбонк»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Проблема и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F9B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⏱️  Долгое время обработки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Заявки обрабатываются 3-5 дней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9319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79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📋  Нет единой системы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Заявки теряются, нет контроля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39319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🔍  Отсутствие аудита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Невозможно отследить историю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59"/>
            <a:ext cx="39319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📊  Нет отчётности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Нет данных для анализа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0" y="2743200"/>
            <a:ext cx="731520" cy="457200"/>
          </a:xfrm>
          <a:prstGeom prst="rightArrow">
            <a:avLst/>
          </a:prstGeom>
          <a:solidFill>
            <a:srgbClr val="F9BF3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1371600"/>
            <a:ext cx="3200400" cy="4114800"/>
          </a:xfrm>
          <a:prstGeom prst="roundRect">
            <a:avLst/>
          </a:prstGeom>
          <a:solidFill>
            <a:srgbClr val="DCFCE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64592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✅ IDM System</a:t>
            </a:r>
          </a:p>
          <a:p>
            <a:pPr>
              <a:spcBef>
                <a:spcPts val="1200"/>
              </a:spcBef>
              <a:defRPr sz="1600">
                <a:solidFill>
                  <a:srgbClr val="1F2937"/>
                </a:solidFill>
              </a:defRPr>
            </a:pPr>
            <a:r>
              <a:t>• 4-8 часов обработки</a:t>
            </a:r>
          </a:p>
          <a:p>
            <a:pPr>
              <a:spcBef>
                <a:spcPts val="1200"/>
              </a:spcBef>
              <a:defRPr sz="1600">
                <a:solidFill>
                  <a:srgbClr val="1F2937"/>
                </a:solidFill>
              </a:defRPr>
            </a:pPr>
            <a:r>
              <a:t>• Единая точка входа</a:t>
            </a:r>
          </a:p>
          <a:p>
            <a:pPr>
              <a:spcBef>
                <a:spcPts val="1200"/>
              </a:spcBef>
              <a:defRPr sz="1600">
                <a:solidFill>
                  <a:srgbClr val="1F2937"/>
                </a:solidFill>
              </a:defRPr>
            </a:pPr>
            <a:r>
              <a:t>• Полный аудит</a:t>
            </a:r>
          </a:p>
          <a:p>
            <a:pPr>
              <a:spcBef>
                <a:spcPts val="1200"/>
              </a:spcBef>
              <a:defRPr sz="1600">
                <a:solidFill>
                  <a:srgbClr val="1F2937"/>
                </a:solidFill>
              </a:defRPr>
            </a:pPr>
            <a:r>
              <a:t>• Автоматические отчёты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Процесс подачи заявки</a:t>
            </a:r>
          </a:p>
        </p:txBody>
      </p:sp>
      <p:pic>
        <p:nvPicPr>
          <p:cNvPr id="4" name="Picture 3" descr="process_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Полный цикл от создания заявки до получения доступа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Главная страница системы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Быстрый доступ к основным функциям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Создание заявки на доступ</a:t>
            </a:r>
          </a:p>
        </p:txBody>
      </p:sp>
      <p:pic>
        <p:nvPicPr>
          <p:cNvPr id="4" name="Picture 3" descr="create_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Простая форма для запроса доступа к системам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Список заявок</a:t>
            </a:r>
          </a:p>
        </p:txBody>
      </p:sp>
      <p:pic>
        <p:nvPicPr>
          <p:cNvPr id="4" name="Picture 3" descr="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Отслеживание статуса всех заявок в реальном времени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Процесс согласования</a:t>
            </a:r>
          </a:p>
        </p:txBody>
      </p:sp>
      <p:pic>
        <p:nvPicPr>
          <p:cNvPr id="4" name="Picture 3" descr="process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Автоматическая маршрутизация и уведомления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Экран согласования</a:t>
            </a:r>
          </a:p>
        </p:txBody>
      </p:sp>
      <p:pic>
        <p:nvPicPr>
          <p:cNvPr id="4" name="Picture 3" descr="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Согласование в один клик с возможностью добавить комментарий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Функции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F9B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06C"/>
                </a:solidFill>
              </a:defRPr>
            </a:pPr>
            <a:r>
              <a:t>🔐  Active Directory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Вход через корпоративную учётную запись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39319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06C"/>
                </a:solidFill>
              </a:defRPr>
            </a:pPr>
            <a:r>
              <a:t>📧  Email-уведомления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Автоматические письма о статусе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39319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06C"/>
                </a:solidFill>
              </a:defRPr>
            </a:pPr>
            <a:r>
              <a:t>💬  Telegram-бот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Мгновенные уведомления и согласование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9319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06C"/>
                </a:solidFill>
              </a:defRPr>
            </a:pPr>
            <a:r>
              <a:t>📊  Дашборд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Статистика и аналитика в реальном времени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834640"/>
            <a:ext cx="39319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017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06C"/>
                </a:solidFill>
              </a:defRPr>
            </a:pPr>
            <a:r>
              <a:t>🌙  Тёмная тема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Комфортный интерфейс для работы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97680"/>
            <a:ext cx="39319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4805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06C"/>
                </a:solidFill>
              </a:defRPr>
            </a:pPr>
            <a:r>
              <a:t>📄  Экспорт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PDF, Word, Excel отчёты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Результаты и статистика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F9B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920240" cy="2286000"/>
          </a:xfrm>
          <a:prstGeom prst="round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156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Заявок</a:t>
            </a:r>
            <a:br/>
            <a:r>
              <a:t>за месяц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828800"/>
            <a:ext cx="1920240" cy="2286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0312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6.5ч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Среднее время</a:t>
            </a:r>
            <a:br/>
            <a:r>
              <a:t>согласования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192024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92%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Автоматизация</a:t>
            </a:r>
            <a:br/>
            <a:r>
              <a:t>процесса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9" y="1828800"/>
            <a:ext cx="1920240" cy="2286000"/>
          </a:xfrm>
          <a:prstGeom prst="roundRect">
            <a:avLst/>
          </a:prstGeom>
          <a:solidFill>
            <a:srgbClr val="F9B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2103120"/>
            <a:ext cx="1920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Аудит</a:t>
            </a:r>
            <a:br/>
            <a:r>
              <a:t>действий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</a:defRPr>
            </a:pPr>
            <a:r>
              <a:t>📈 Сокращение времени обработки заявок на 92% после внедрения системы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91440"/>
          </a:xfrm>
          <a:prstGeom prst="rect">
            <a:avLst/>
          </a:prstGeom>
          <a:solidFill>
            <a:srgbClr val="F9B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BF3F"/>
                </a:solidFill>
              </a:defRPr>
            </a:pPr>
            <a:r>
              <a:t>Вопросы?</a:t>
            </a:r>
            <a:br/>
            <a:br/>
            <a:r>
              <a:t>GitHub: github.com/Adminpm04/idm-system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